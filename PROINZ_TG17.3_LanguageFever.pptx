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7"/>
  </p:notesMasterIdLst>
  <p:sldIdLst>
    <p:sldId id="265" r:id="rId3"/>
    <p:sldId id="257" r:id="rId4"/>
    <p:sldId id="266" r:id="rId5"/>
    <p:sldId id="267" r:id="rId6"/>
    <p:sldId id="268" r:id="rId7"/>
    <p:sldId id="259" r:id="rId8"/>
    <p:sldId id="276" r:id="rId9"/>
    <p:sldId id="269" r:id="rId10"/>
    <p:sldId id="261" r:id="rId11"/>
    <p:sldId id="275" r:id="rId12"/>
    <p:sldId id="260" r:id="rId13"/>
    <p:sldId id="262" r:id="rId14"/>
    <p:sldId id="274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1" autoAdjust="0"/>
    <p:restoredTop sz="96390" autoAdjust="0"/>
  </p:normalViewPr>
  <p:slideViewPr>
    <p:cSldViewPr snapToGrid="0">
      <p:cViewPr varScale="1">
        <p:scale>
          <a:sx n="126" d="100"/>
          <a:sy n="126" d="100"/>
        </p:scale>
        <p:origin x="1280" y="184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23.01.2025.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23.01.2025.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rogici2front-62a5e06d95e8.herokuapp.com/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/>
              <a:t>LanguageFever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17.3 LanguageFever</a:t>
            </a:r>
          </a:p>
          <a:p>
            <a:r>
              <a:rPr lang="hr-HR" noProof="0" dirty="0"/>
              <a:t>Ak. god. 2024./2025.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Imena članova i odgovornosti:</a:t>
            </a:r>
          </a:p>
          <a:p>
            <a:r>
              <a:rPr lang="hr-HR" b="1" noProof="0" dirty="0"/>
              <a:t>Lucija Bajza </a:t>
            </a:r>
            <a:r>
              <a:rPr lang="hr-HR" noProof="0" dirty="0"/>
              <a:t>(voditelj projekta, frontend)</a:t>
            </a:r>
          </a:p>
          <a:p>
            <a:r>
              <a:rPr lang="hr-HR" b="1" dirty="0"/>
              <a:t>Mislav Kukina </a:t>
            </a:r>
            <a:r>
              <a:rPr lang="hr-HR" dirty="0"/>
              <a:t>(frontend)</a:t>
            </a:r>
          </a:p>
          <a:p>
            <a:r>
              <a:rPr lang="hr-HR" b="1" noProof="0" dirty="0"/>
              <a:t>Tomislav Kragujević </a:t>
            </a:r>
            <a:r>
              <a:rPr lang="hr-HR" noProof="0" dirty="0"/>
              <a:t>(backend, testiranje)</a:t>
            </a:r>
          </a:p>
          <a:p>
            <a:r>
              <a:rPr lang="hr-HR" b="1" dirty="0"/>
              <a:t>Matej Marić </a:t>
            </a:r>
            <a:r>
              <a:rPr lang="hr-HR" dirty="0"/>
              <a:t>(frontend)</a:t>
            </a:r>
          </a:p>
          <a:p>
            <a:r>
              <a:rPr lang="hr-HR" b="1" noProof="0" dirty="0"/>
              <a:t>Josip Pavić </a:t>
            </a:r>
            <a:r>
              <a:rPr lang="hr-HR" noProof="0" dirty="0"/>
              <a:t>(baze podataka</a:t>
            </a:r>
            <a:r>
              <a:rPr lang="hr-HR" noProof="0"/>
              <a:t>, backend, deploy)</a:t>
            </a:r>
            <a:endParaRPr lang="hr-HR" noProof="0" dirty="0"/>
          </a:p>
          <a:p>
            <a:r>
              <a:rPr lang="hr-HR" b="1" dirty="0"/>
              <a:t>Dario Sučevac </a:t>
            </a:r>
            <a:r>
              <a:rPr lang="hr-HR" dirty="0"/>
              <a:t>(full-stack)</a:t>
            </a:r>
          </a:p>
          <a:p>
            <a:r>
              <a:rPr lang="hr-HR" b="1" noProof="0" dirty="0"/>
              <a:t>Patrik Vranješ </a:t>
            </a:r>
            <a:r>
              <a:rPr lang="hr-HR" noProof="0" dirty="0"/>
              <a:t>(dokumentacija)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r>
              <a:rPr lang="hr-HR" altLang="sr-Latn-RS" dirty="0"/>
              <a:t>Aplikacija povezuje učenike i učitelje stranih jezika</a:t>
            </a:r>
          </a:p>
          <a:p>
            <a:endParaRPr lang="hr-HR" altLang="sr-Latn-RS" dirty="0"/>
          </a:p>
          <a:p>
            <a:r>
              <a:rPr lang="hr-HR" b="1" dirty="0"/>
              <a:t>Svrha: </a:t>
            </a:r>
            <a:r>
              <a:rPr lang="hr-HR" dirty="0"/>
              <a:t>spajanje učenika s kvalificiranim učiteljima koji nude lekcije i jednostavan pregled vlastitih aktivnosti putem kalendara</a:t>
            </a:r>
            <a:r>
              <a:rPr lang="hr-HR" altLang="sr-Latn-RS" dirty="0"/>
              <a:t> </a:t>
            </a:r>
          </a:p>
          <a:p>
            <a:pPr fontAlgn="base"/>
            <a:endParaRPr lang="hr-HR" altLang="sr-Latn-RS" dirty="0"/>
          </a:p>
          <a:p>
            <a:pPr fontAlgn="base"/>
            <a:r>
              <a:rPr lang="hr-HR" altLang="sr-Latn-RS" dirty="0"/>
              <a:t>Postoji nekoliko sličnih rješenja: I</a:t>
            </a:r>
            <a:r>
              <a:rPr lang="hr-HR" dirty="0"/>
              <a:t>talki, Preply, Verbling, Tandem, Busuu</a:t>
            </a:r>
          </a:p>
          <a:p>
            <a:pPr fontAlgn="base"/>
            <a:r>
              <a:rPr lang="hr-HR" b="1" dirty="0"/>
              <a:t>Naše prednosti: </a:t>
            </a:r>
            <a:r>
              <a:rPr lang="hr-HR" dirty="0"/>
              <a:t>prilagodba pretrage ovisno o preferencijama, bolja prilagodba domaćem tržištu, pristup učenju manje zastupljenih svjetskih jezika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zahtjevi:</a:t>
            </a:r>
          </a:p>
          <a:p>
            <a:r>
              <a:rPr lang="hr-HR" dirty="0"/>
              <a:t>Registracija putem postojećih Google i GitHub računa</a:t>
            </a:r>
          </a:p>
          <a:p>
            <a:r>
              <a:rPr lang="hr-HR" dirty="0"/>
              <a:t>Uređivanje osobnih podataka i profila učenika/učitelja</a:t>
            </a:r>
          </a:p>
          <a:p>
            <a:r>
              <a:rPr lang="hr-HR" dirty="0"/>
              <a:t>Pretraživanje učitelja i dostupnih lekcija</a:t>
            </a:r>
          </a:p>
          <a:p>
            <a:r>
              <a:rPr lang="hr-HR" dirty="0"/>
              <a:t>Pregled dostupnih aktivnosti i pregled obavljenih lekcija</a:t>
            </a:r>
          </a:p>
          <a:p>
            <a:r>
              <a:rPr lang="hr-HR" dirty="0"/>
              <a:t>Ocjenjivanje i komentiranje učitelja</a:t>
            </a:r>
          </a:p>
          <a:p>
            <a:r>
              <a:rPr lang="hr-HR" dirty="0"/>
              <a:t>Administratorske mogućnosti: upravljanje korisnicima (uređivanje i brisanje profila)</a:t>
            </a:r>
          </a:p>
          <a:p>
            <a:endParaRPr lang="hr-HR" dirty="0"/>
          </a:p>
          <a:p>
            <a:endParaRPr lang="hr-HR" dirty="0"/>
          </a:p>
          <a:p>
            <a:endParaRPr lang="hr-HR" noProof="0" dirty="0"/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r-HR" b="1" dirty="0"/>
              <a:t>Nefunkcionalni i zahtjevi domene primjene:</a:t>
            </a:r>
          </a:p>
          <a:p>
            <a:r>
              <a:rPr lang="hr-HR" dirty="0"/>
              <a:t>Prilagođeno prikazivanje sučelja za različite uređaje (responzivnost)</a:t>
            </a:r>
          </a:p>
          <a:p>
            <a:r>
              <a:rPr lang="hr-HR" dirty="0"/>
              <a:t>Višekorisnički sustav</a:t>
            </a:r>
          </a:p>
          <a:p>
            <a:r>
              <a:rPr lang="hr-HR" dirty="0"/>
              <a:t>Obrazac prilikom registracije/prijave koji provjerava zadovoljavaju li uneseni podaci format i jesu li točni</a:t>
            </a:r>
          </a:p>
          <a:p>
            <a:r>
              <a:rPr lang="hr-HR" dirty="0"/>
              <a:t>Korištenje sigurnosnog standarda radi usklađivanja s normama</a:t>
            </a:r>
          </a:p>
          <a:p>
            <a:r>
              <a:rPr lang="hr-HR" dirty="0"/>
              <a:t>Za implementaciju čavrljanja je korišteno jedno od postojećih rješenja (FreeChat)</a:t>
            </a:r>
          </a:p>
          <a:p>
            <a:r>
              <a:rPr lang="hr-HR" dirty="0"/>
              <a:t>Korištenje gotovih predložaka za ugrađene kalendare - FullCalendar</a:t>
            </a:r>
          </a:p>
          <a:p>
            <a:r>
              <a:rPr lang="hr-HR" dirty="0"/>
              <a:t>Korisnici će biti obaviješteni o stanju zahtjeva kroz sekciju ”Lekcije” putem oznaka u boji ili tekstualne poruke</a:t>
            </a:r>
          </a:p>
          <a:p>
            <a:r>
              <a:rPr lang="hr-HR" dirty="0"/>
              <a:t>Vođenje dokumentacije o svim većim promjenama, primjena UML-a</a:t>
            </a:r>
          </a:p>
          <a:p>
            <a:endParaRPr lang="hr-H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9227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50" y="971550"/>
            <a:ext cx="8570301" cy="54006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r-HR" i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58" y="1508773"/>
            <a:ext cx="8157882" cy="447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Testiranje funkcionalnosti i sigurnosti</a:t>
            </a:r>
          </a:p>
          <a:p>
            <a:r>
              <a:rPr lang="hr-HR" dirty="0"/>
              <a:t>Korištenje automatiziranih alata za testiranje </a:t>
            </a:r>
          </a:p>
          <a:p>
            <a:r>
              <a:rPr lang="hr-HR" noProof="0" dirty="0"/>
              <a:t>Testiranje korisničkog sučelja </a:t>
            </a:r>
          </a:p>
          <a:p>
            <a:r>
              <a:rPr lang="hr-HR" dirty="0"/>
              <a:t>Testiranje kompatibilnosti između različitih preglednika</a:t>
            </a:r>
          </a:p>
          <a:p>
            <a:r>
              <a:rPr lang="hr-HR" noProof="0" dirty="0"/>
              <a:t>Testiranje API-ja</a:t>
            </a:r>
          </a:p>
          <a:p>
            <a:r>
              <a:rPr lang="hr-HR" noProof="0" dirty="0"/>
              <a:t>Unit testovi, integracijski testovi, korisničko testiranje</a:t>
            </a:r>
          </a:p>
          <a:p>
            <a:r>
              <a:rPr lang="hr-HR" dirty="0"/>
              <a:t>Testiranje rubnih slučajeva i svih mogućih scenarija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GitHub</a:t>
            </a:r>
          </a:p>
          <a:p>
            <a:r>
              <a:rPr lang="hr-HR" dirty="0"/>
              <a:t>Discord, WhatsApp (komunikacija)</a:t>
            </a:r>
            <a:endParaRPr lang="hr-HR" noProof="0" dirty="0"/>
          </a:p>
          <a:p>
            <a:r>
              <a:rPr lang="hr-HR" noProof="0" dirty="0"/>
              <a:t>Visual Studio Code</a:t>
            </a:r>
          </a:p>
          <a:p>
            <a:r>
              <a:rPr lang="hr-HR" noProof="0" dirty="0"/>
              <a:t>ReactJS (frontend)</a:t>
            </a:r>
          </a:p>
          <a:p>
            <a:r>
              <a:rPr lang="hr-HR" dirty="0"/>
              <a:t>Spring Boot (backend)</a:t>
            </a:r>
          </a:p>
          <a:p>
            <a:r>
              <a:rPr lang="hr-HR" dirty="0"/>
              <a:t>PostgreSQL (baza podataka)</a:t>
            </a:r>
          </a:p>
          <a:p>
            <a:r>
              <a:rPr lang="hr-HR" noProof="0" dirty="0"/>
              <a:t>Heroku (deploy aplikacije )</a:t>
            </a:r>
          </a:p>
          <a:p>
            <a:r>
              <a:rPr lang="hr-HR" dirty="0"/>
              <a:t>Postman, Selenium (ispitivanje)</a:t>
            </a:r>
          </a:p>
          <a:p>
            <a:endParaRPr lang="hr-HR" dirty="0"/>
          </a:p>
          <a:p>
            <a:r>
              <a:rPr lang="hr-HR" u="sng" dirty="0">
                <a:hlinkClick r:id="rId2" tooltip="https://progici2front-62a5e06d95e8.herokuapp.com/"/>
              </a:rPr>
              <a:t>https://progici2front-62a5e06d95e8.herokuapp.com/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b="1" noProof="0" dirty="0"/>
              <a:t>Neprogramski (organizacijski) zadaci:</a:t>
            </a:r>
          </a:p>
          <a:p>
            <a:pPr lvl="1"/>
            <a:r>
              <a:rPr lang="hr-HR" noProof="0" dirty="0"/>
              <a:t>Usklađenost pri upotrebi korištenja distribuiranih sustava za upravljanje verzijama</a:t>
            </a:r>
          </a:p>
          <a:p>
            <a:pPr lvl="1"/>
            <a:r>
              <a:rPr lang="hr-HR" noProof="0" dirty="0"/>
              <a:t>Primijenjeni model životnog ciklusa: agilni razvoj, kontinuirano praćenje napretka</a:t>
            </a:r>
          </a:p>
          <a:p>
            <a:r>
              <a:rPr lang="hr-HR" b="1" noProof="0" dirty="0"/>
              <a:t>Vremenski okvir razvoja</a:t>
            </a:r>
            <a:r>
              <a:rPr lang="hr-HR" noProof="0" dirty="0"/>
              <a:t> </a:t>
            </a:r>
            <a:r>
              <a:rPr lang="hr-HR" b="1" noProof="0" dirty="0"/>
              <a:t>:</a:t>
            </a:r>
          </a:p>
          <a:p>
            <a:pPr lvl="1"/>
            <a:r>
              <a:rPr lang="hr-HR" dirty="0"/>
              <a:t>27. listopada 2024. definiranje svih funkcijskih i nefunkcijskih zahtjeva</a:t>
            </a:r>
          </a:p>
          <a:p>
            <a:pPr lvl="1"/>
            <a:r>
              <a:rPr lang="hr-HR" noProof="0" dirty="0"/>
              <a:t>3. studenog 2024. definiranje arhitekture sustava</a:t>
            </a:r>
          </a:p>
          <a:p>
            <a:pPr lvl="1"/>
            <a:r>
              <a:rPr lang="hr-HR" noProof="0" dirty="0"/>
              <a:t>15. studenog 2024. implementacija glavne funkcionalnosti i log in za prvi ciklus predavanja</a:t>
            </a:r>
          </a:p>
          <a:p>
            <a:pPr lvl="1"/>
            <a:r>
              <a:rPr lang="hr-HR" dirty="0"/>
              <a:t>17. siječnja 2025. alfa verzija aplikacije i testiranje</a:t>
            </a:r>
          </a:p>
          <a:p>
            <a:pPr lvl="1"/>
            <a:r>
              <a:rPr lang="hr-HR" noProof="0" dirty="0"/>
              <a:t>24. siječnja 2025. konačna verzija, deploy i dovršena dokumentacija</a:t>
            </a:r>
          </a:p>
          <a:p>
            <a:pPr lvl="1"/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  <p:pic>
        <p:nvPicPr>
          <p:cNvPr id="17" name="Picture 16" descr="A screenshot of a calendar&#10;&#10;AI-generated content may be incorrect.">
            <a:extLst>
              <a:ext uri="{FF2B5EF4-FFF2-40B4-BE49-F238E27FC236}">
                <a16:creationId xmlns:a16="http://schemas.microsoft.com/office/drawing/2014/main" id="{C15C86E5-6DFA-CDF9-CDD3-003375540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890" y="1715764"/>
            <a:ext cx="5192110" cy="2931601"/>
          </a:xfrm>
          <a:prstGeom prst="rect">
            <a:avLst/>
          </a:prstGeom>
        </p:spPr>
      </p:pic>
      <p:pic>
        <p:nvPicPr>
          <p:cNvPr id="15" name="Content Placeholder 14" descr="A screenshot of a phone&#10;&#10;AI-generated content may be incorrect.">
            <a:extLst>
              <a:ext uri="{FF2B5EF4-FFF2-40B4-BE49-F238E27FC236}">
                <a16:creationId xmlns:a16="http://schemas.microsoft.com/office/drawing/2014/main" id="{724C99B6-B7F3-B6D7-44E7-2C1A90158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3" y="1006051"/>
            <a:ext cx="4291249" cy="2422950"/>
          </a:xfr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971E20-72E6-19A3-1773-FE6D8C1DA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48" y="3676436"/>
            <a:ext cx="4743194" cy="267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noProof="0" dirty="0"/>
              <a:t>Naučene lekcije:</a:t>
            </a:r>
          </a:p>
          <a:p>
            <a:pPr lvl="1"/>
            <a:r>
              <a:rPr lang="hr-HR" noProof="0" dirty="0">
                <a:sym typeface="Wingdings" panose="05000000000000000000" pitchFamily="2" charset="2"/>
              </a:rPr>
              <a:t>Potrebna kontinuirana komunikacija i raspodjela odgovornosti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Savladavanje novih tehnologija</a:t>
            </a:r>
          </a:p>
          <a:p>
            <a:pPr lvl="1"/>
            <a:r>
              <a:rPr lang="hr-HR" noProof="0" dirty="0">
                <a:sym typeface="Wingdings" panose="05000000000000000000" pitchFamily="2" charset="2"/>
              </a:rPr>
              <a:t>Samostalno istraživanje 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Upravljanje vremenom i poštivanje rokova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Teškoće s naknadnim revizijama koda i upravljanjem konfiguracijama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Stvaranje inženjerskih kompromisa</a:t>
            </a:r>
          </a:p>
          <a:p>
            <a:pPr lvl="1"/>
            <a:endParaRPr lang="hr-HR" dirty="0">
              <a:sym typeface="Wingdings" panose="05000000000000000000" pitchFamily="2" charset="2"/>
            </a:endParaRP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1326</TotalTime>
  <Words>535</Words>
  <Application>Microsoft Macintosh PowerPoint</Application>
  <PresentationFormat>On-screen Show (4:3)</PresentationFormat>
  <Paragraphs>114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LanguageFever</vt:lpstr>
      <vt:lpstr>Sadržaj</vt:lpstr>
      <vt:lpstr>Sadržaj</vt:lpstr>
      <vt:lpstr>Članovi grupe</vt:lpstr>
      <vt:lpstr>O projektu</vt:lpstr>
      <vt:lpstr>Pregled zahtjeva</vt:lpstr>
      <vt:lpstr>PREGLED ZAHTJEVA</vt:lpstr>
      <vt:lpstr>UML dijagram obrazaca uporabe</vt:lpstr>
      <vt:lpstr>Arhitektura sustava</vt:lpstr>
      <vt:lpstr>Ispitivanje</vt:lpstr>
      <vt:lpstr>Korišteni alati i tehnologije</vt:lpstr>
      <vt:lpstr>Organizacija rada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Matej Marić</cp:lastModifiedBy>
  <cp:revision>35</cp:revision>
  <dcterms:created xsi:type="dcterms:W3CDTF">2016-01-18T13:10:52Z</dcterms:created>
  <dcterms:modified xsi:type="dcterms:W3CDTF">2025-01-23T11:34:30Z</dcterms:modified>
</cp:coreProperties>
</file>